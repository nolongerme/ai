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36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8151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036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0283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2748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7500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6074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2135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6808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173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7570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DF5B-DF17-4396-8E96-48E9719EF666}" type="datetimeFigureOut">
              <a:rPr lang="fi-FI" smtClean="0"/>
              <a:t>15.4.2015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37E6B-0FE3-4859-8E97-B0F0AAED1C9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400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Vuoropohjaisen </a:t>
            </a:r>
            <a:r>
              <a:rPr lang="fi-FI" smtClean="0"/>
              <a:t>RPG:n</a:t>
            </a:r>
            <a:r>
              <a:rPr lang="fi-FI" dirty="0" smtClean="0"/>
              <a:t> AI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smtClean="0"/>
              <a:t>Iiro Heikkinen, Aleksi Aalto, Antti Kuosmanen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5297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Vuoropohjaisen RPG:n AI</vt:lpstr>
    </vt:vector>
  </TitlesOfParts>
  <Company>Kajaanin ammattikorkeakoulu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Vuoropohjaisen RPG:n AI</dc:title>
  <dc:creator>Aalto Aleksi</dc:creator>
  <cp:lastModifiedBy>Aalto Aleksi</cp:lastModifiedBy>
  <cp:revision>1</cp:revision>
  <dcterms:created xsi:type="dcterms:W3CDTF">2015-04-15T09:06:01Z</dcterms:created>
  <dcterms:modified xsi:type="dcterms:W3CDTF">2015-04-15T09:07:40Z</dcterms:modified>
</cp:coreProperties>
</file>